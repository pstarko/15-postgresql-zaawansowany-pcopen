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5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672" y="2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zemyslaw Starosta" userId="45f988447864b3e6" providerId="LiveId" clId="{F03EAEFD-908B-4458-9CFE-E641CAF539F5}"/>
    <pc:docChg chg="modSld">
      <pc:chgData name="Przemyslaw Starosta" userId="45f988447864b3e6" providerId="LiveId" clId="{F03EAEFD-908B-4458-9CFE-E641CAF539F5}" dt="2026-04-01T07:35:39.381" v="0" actId="1076"/>
      <pc:docMkLst>
        <pc:docMk/>
      </pc:docMkLst>
      <pc:sldChg chg="modSp mod">
        <pc:chgData name="Przemyslaw Starosta" userId="45f988447864b3e6" providerId="LiveId" clId="{F03EAEFD-908B-4458-9CFE-E641CAF539F5}" dt="2026-04-01T07:35:39.381" v="0" actId="1076"/>
        <pc:sldMkLst>
          <pc:docMk/>
          <pc:sldMk cId="3678840037" sldId="260"/>
        </pc:sldMkLst>
        <pc:picChg chg="mod">
          <ac:chgData name="Przemyslaw Starosta" userId="45f988447864b3e6" providerId="LiveId" clId="{F03EAEFD-908B-4458-9CFE-E641CAF539F5}" dt="2026-04-01T07:35:39.381" v="0" actId="1076"/>
          <ac:picMkLst>
            <pc:docMk/>
            <pc:sldMk cId="3678840037" sldId="260"/>
            <ac:picMk id="4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obraz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2" r:id="rId10"/>
    <p:sldLayoutId id="2147483853" r:id="rId11"/>
    <p:sldLayoutId id="2147483854" r:id="rId12"/>
    <p:sldLayoutId id="2147483855" r:id="rId13"/>
    <p:sldLayoutId id="2147483858" r:id="rId14"/>
    <p:sldLayoutId id="2147483859" r:id="rId15"/>
    <p:sldLayoutId id="2147483850" r:id="rId16"/>
    <p:sldLayoutId id="214748385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Normalizacja baz danych</a:t>
            </a:r>
          </a:p>
        </p:txBody>
      </p:sp>
    </p:spTree>
    <p:extLst>
      <p:ext uri="{BB962C8B-B14F-4D97-AF65-F5344CB8AC3E}">
        <p14:creationId xmlns:p14="http://schemas.microsoft.com/office/powerpoint/2010/main" val="3469103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Słów kilka teorii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>
                <a:effectLst/>
              </a:rPr>
              <a:t>Normalizacja to bezstratny proces organizowania danych w tabelach mający na celu zmniejszenie ilości danych składowanych w bazie oraz wyeliminowanie potencjalnych anomalii</a:t>
            </a:r>
            <a:r>
              <a:rPr lang="pl-PL" dirty="0">
                <a:effectLst/>
              </a:rPr>
              <a:t> </a:t>
            </a:r>
          </a:p>
          <a:p>
            <a:r>
              <a:rPr lang="pl-PL" dirty="0"/>
              <a:t>Anomalie:</a:t>
            </a:r>
          </a:p>
          <a:p>
            <a:pPr lvl="1"/>
            <a:r>
              <a:rPr lang="pl-PL" dirty="0"/>
              <a:t>Redundancja – powtarzanie się danych (zajętość miejsca)</a:t>
            </a:r>
          </a:p>
          <a:p>
            <a:pPr lvl="1"/>
            <a:r>
              <a:rPr lang="pl-PL" dirty="0"/>
              <a:t>Trudności w wyszukiwaniu poprzez nieskalarne dane w komórkach</a:t>
            </a:r>
          </a:p>
          <a:p>
            <a:pPr lvl="1"/>
            <a:r>
              <a:rPr lang="pl-PL" dirty="0"/>
              <a:t>Zwiększona możliwość nie synchronizacji danych przy dodawaniu i aktualizacji</a:t>
            </a:r>
          </a:p>
        </p:txBody>
      </p:sp>
    </p:spTree>
    <p:extLst>
      <p:ext uri="{BB962C8B-B14F-4D97-AF65-F5344CB8AC3E}">
        <p14:creationId xmlns:p14="http://schemas.microsoft.com/office/powerpoint/2010/main" val="4018192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Postać nieznormalizowana</a:t>
            </a:r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95" y="2370667"/>
            <a:ext cx="11263054" cy="206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126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Pierwsza postać normalna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Wiersz przechowuje informacje o pojedynczym obiekcie, nie zawiera kolekcji, posiada klucz główny i dane są ATOMOWE</a:t>
            </a:r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81" y="2823157"/>
            <a:ext cx="11419415" cy="190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887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Druga postać normalna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Tabela powinna przechowywać dane dotyczące tylko konkretnej klasy obiektów</a:t>
            </a:r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99" y="2524645"/>
            <a:ext cx="9601623" cy="162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840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546" y="4800801"/>
            <a:ext cx="3749365" cy="1600339"/>
          </a:xfrm>
          <a:prstGeom prst="rect">
            <a:avLst/>
          </a:prstGeom>
        </p:spPr>
      </p:pic>
      <p:pic>
        <p:nvPicPr>
          <p:cNvPr id="5" name="Obraz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731" y="4770319"/>
            <a:ext cx="3345470" cy="1630821"/>
          </a:xfrm>
          <a:prstGeom prst="rect">
            <a:avLst/>
          </a:prstGeom>
        </p:spPr>
      </p:pic>
      <p:pic>
        <p:nvPicPr>
          <p:cNvPr id="6" name="Obraz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8865" y="3181487"/>
            <a:ext cx="5250635" cy="1409822"/>
          </a:xfrm>
          <a:prstGeom prst="rect">
            <a:avLst/>
          </a:prstGeom>
        </p:spPr>
      </p:pic>
      <p:pic>
        <p:nvPicPr>
          <p:cNvPr id="7" name="Obraz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290" y="361049"/>
            <a:ext cx="9601623" cy="1620150"/>
          </a:xfrm>
          <a:prstGeom prst="rect">
            <a:avLst/>
          </a:prstGeom>
        </p:spPr>
      </p:pic>
      <p:sp>
        <p:nvSpPr>
          <p:cNvPr id="8" name="Strzałka w dół 7"/>
          <p:cNvSpPr/>
          <p:nvPr/>
        </p:nvSpPr>
        <p:spPr>
          <a:xfrm>
            <a:off x="5029200" y="2091267"/>
            <a:ext cx="801901" cy="95673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61750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Trzecia postać normalna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Kolumna informacyjna nie należąca do klucza nie zależy też od innej kolumny informacyjnej – przechowujemy tylko konieczne dane.</a:t>
            </a:r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320" y="3210492"/>
            <a:ext cx="5174428" cy="155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9165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emny błękit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TM04033929[[fn=Ciemny błękit]]</Template>
  <TotalTime>37</TotalTime>
  <Words>112</Words>
  <Application>Microsoft Office PowerPoint</Application>
  <PresentationFormat>Panoramiczny</PresentationFormat>
  <Paragraphs>14</Paragraphs>
  <Slides>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0" baseType="lpstr">
      <vt:lpstr>Calisto MT</vt:lpstr>
      <vt:lpstr>Wingdings 2</vt:lpstr>
      <vt:lpstr>Ciemny błękit</vt:lpstr>
      <vt:lpstr>Normalizacja baz danych</vt:lpstr>
      <vt:lpstr>Słów kilka teorii</vt:lpstr>
      <vt:lpstr>Postać nieznormalizowana</vt:lpstr>
      <vt:lpstr>Pierwsza postać normalna</vt:lpstr>
      <vt:lpstr>Druga postać normalna</vt:lpstr>
      <vt:lpstr>Prezentacja programu PowerPoint</vt:lpstr>
      <vt:lpstr>Trzecia postać normalna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Normalizacja baz danych</dc:title>
  <dc:creator>Przemysław Starosta</dc:creator>
  <cp:lastModifiedBy>Przemyslaw Starosta</cp:lastModifiedBy>
  <cp:revision>2</cp:revision>
  <dcterms:created xsi:type="dcterms:W3CDTF">2017-01-18T13:16:35Z</dcterms:created>
  <dcterms:modified xsi:type="dcterms:W3CDTF">2026-04-01T07:35:40Z</dcterms:modified>
</cp:coreProperties>
</file>